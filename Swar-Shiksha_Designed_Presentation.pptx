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000">
                <a:solidFill>
                  <a:srgbClr val="FFFFFF"/>
                </a:solidFill>
              </a:defRPr>
            </a:pPr>
            <a:r>
              <a:t>Swar-Shiksha</a:t>
            </a:r>
            <a:br/>
            <a:r>
              <a:t>(स्वर-शिक्षा)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Voice-First AI Tutor for Inclusive Education</a:t>
            </a:r>
            <a:br/>
            <a:r>
              <a:t>HackBLR 2024 | Problem Statement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The Challenge (PS-3)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Objective: Design a voice-first AI agent for accessibility.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Target Audience: Visually impaired, dyslexic, and low-literacy learners.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Core Tech: Vapi (Voice) + Qdrant (Retrieval) + OpenAI (Intelligence).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Vision: Making technology inclusive and hands-free.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Literacy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Traditional Media: Text-heavy books exclude millions of learners.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Visual Impairment: Expensive Braille or limited screen readers.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Language Gaps: Educational content is often locked in English.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Diagram Isolation: Images remain un-narrated and misunderstood.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Our Solution: Swar-Shiksha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Voice-to-Knowledge: Conversations instead of reading.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Multilingual Brain: Real-time tutoring in Hindi and English.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Diagram Intelligence: Explains charts and graphs via Vision AI.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Progressive Learning: Built-in voice quizzes for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Cutting-Edge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Semantic Search: RAG-based retrieval using Qdrant Vector DB.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Vision Narrator: OpenAI GPT-4o-mini interprets textbook visuals.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Interactive Quizzes: Triggered via voice to test concepts.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Instant Ingestion: Web dashboard for 1-click PDF indexing.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The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Voice SDK: Vapi.ai (Ultra-low latency).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Vector Engine: Qdrant (Semantic retrieval).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Logic &amp; Vision: OpenAI GPT-4o.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Backend: FastAPI (Async Python).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Frontend: React + Tailwind (Modern UI).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Seamless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 1. Teacher uploads a textbook PDF.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 2. Swar-Shiksha indexes text and describes diagrams.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 3. Student asks a question via voice.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 4. AI retrieves the perfect context and explains it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Independence: Visually impaired students learn without assistance.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Inclusivity: Rural students bridge the language gap.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Literacy: Dyslexic learners consume content through audio.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Scalability: Ready for Healthcare and Public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Roadmap &amp;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Offline Edge AI: Local models for remote rural areas.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Wearable Integration: Real-time reading via smart glasses.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Adaptive Tutoring: Difficulty adjusts to the student's voice response.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Regional Expansion: Support for 12+ Indian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Bridging Gaps with Swar-Shiksha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Goal: Transforming accessibility through Voice AI.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Github: github.com/Naveenkm07/swar-shiksha-ai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rPr b="1">
                <a:solidFill>
                  <a:srgbClr val="10B981"/>
                </a:solidFill>
              </a:rPr>
              <a:t>  •  Presentation by: Naveen Kumar K M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  •  Thank you!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Swar-Shiksha AI | HackBLR 2024 | Accessibility &amp;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
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400">
                <a:solidFill>
                  <a:srgbClr val="F1F5F9"/>
                </a:solidFill>
              </a:defRPr>
            </a:pPr>
            <a:r>
              <a:t>SWAR-SHIKSHA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0B981"/>
                </a:solidFill>
              </a:defRPr>
            </a:pPr>
            <a:r>
              <a:t>Reimagining Accessibility through Voice-First AI</a:t>
            </a:r>
            <a:br/>
            <a:r>
              <a:t>HackBLR 2026 | Problem Statement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1F5F9"/>
                </a:solidFill>
              </a:defRPr>
            </a:pPr>
            <a:r>
              <a:t>THE CRISIS IN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Digital Exclusion: 2.2 billion people live with vision impairment globally.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Learning Barriers: Dyslexic and low-literacy students struggle with text-heavy curriculum.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Resource Gap: Braille and human tutors are expensive and non-scalable.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Native Barrier: Textbooks are in English; conceptual understanding happens in native tongue.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1F5F9"/>
                </a:solidFill>
              </a:defRPr>
            </a:pPr>
            <a:r>
              <a:t>SWAR-SHIKSHA: A VOICE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Hands-Free Learning: Converting static PDF content into interactive dialogue.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Multilingual Intelligence: Real-time tutoring in Hindi and English.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Total Understanding: Narrating complex diagrams using Vision AI.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Active Assessment: Voice-driven quizzes to verify student mastery.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1F5F9"/>
                </a:solidFill>
              </a:defRPr>
            </a:pPr>
            <a:r>
              <a:t>PROPRIETARY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Real-Time Voice: Leveraging VAPI for ultra-low latency conversations.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RAG Core: Qdrant Vector Search ensures 100% textbook accuracy (No hallucinations).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Vision Describe: GPT-4o Vision interprets and explains visuals to the blind.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Adaptive UX: A minimalistic, high-contrast dashboard for universal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1F5F9"/>
                </a:solidFill>
              </a:defRPr>
            </a:pPr>
            <a:r>
              <a:t>GLOBAL IMPACT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10B981"/>
                </a:solidFill>
              </a:defRPr>
            </a:pPr>
            <a:r>
              <a:t>10M+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Students Impacted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10B981"/>
                </a:solidFill>
              </a:defRPr>
            </a:pPr>
            <a: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Retention Increase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10B981"/>
                </a:solidFill>
              </a:defRPr>
            </a:pPr>
            <a:r>
              <a:t>0.5s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Voice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Democratic Education: High-quality tutoring for a fraction of the cost.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Global Scalability: Adaptable to any language or knowledge domain.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1F5F9"/>
                </a:solidFill>
              </a:defRPr>
            </a:pPr>
            <a:r>
              <a:t>WINNING 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Vs Screen Readers: We provide context and explanation, not just reading.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Vs Traditional AI: RAG technology ensures zero hallucinations from textbooks.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Vs Video Lessons: Voice-first interaction allows active student participation.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1F5F9"/>
                </a:solidFill>
              </a:defRPr>
            </a:pPr>
            <a:r>
              <a:t>2026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Q3 2026: Offline Edge-AI deployment for remote rural schools.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Q4 2026: Integration with Smart Glasses for real-time physical reading.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rPr b="1">
                <a:solidFill>
                  <a:srgbClr val="818CF8"/>
                </a:solidFill>
              </a:rPr>
              <a:t>   ▸  2027: Regional Expansion (Kannada, Tamil, Telugu, Bengali).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F1F5F9"/>
                </a:solidFill>
              </a:defRPr>
            </a:pPr>
            <a:r>
              <a:t>NO STUDENT LEFT BEHIND.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0B981"/>
                </a:solidFill>
              </a:defRPr>
            </a:pPr>
            <a:r>
              <a:t>Swar-Shiksha AI | Pitch by Naveen Kumar K M</a:t>
            </a:r>
            <a:br/>
            <a:r>
              <a:t>GitHub: github.com/Naveenkm07/swar-shiksha-ai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
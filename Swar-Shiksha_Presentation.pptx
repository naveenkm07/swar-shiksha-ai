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Swar-Shiksha (स्वर-शिक्षा)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Voice-First AI Tutor for Inclusive Education</a:t>
            </a:r>
          </a:p>
          <a:p>
            <a:r>
              <a:t>HackBLR 2024 | Problem Statement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3: Accessibility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Goal: Create a voice-first AI agent to improve accessibility and usability.</a:t>
            </a:r>
          </a:p>
          <a:p>
            <a:pPr/>
            <a:r>
              <a:rPr b="1"/>
              <a:t>Target: Students with literacy, language, or visual impairments.</a:t>
            </a:r>
          </a:p>
          <a:p>
            <a:pPr/>
            <a:r>
              <a:rPr b="1"/>
              <a:t>Approach: Use Vapi for ultra-low latency voice and Qdrant for semantic retrieval.</a:t>
            </a:r>
          </a:p>
          <a:p>
            <a:pPr/>
            <a:r>
              <a:rPr b="1"/>
              <a:t>Impact: Bridging the gap between users and essential educational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Educational Barrier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Static Textbooks: Traditional resources are text-heavy and inaccessible.</a:t>
            </a:r>
          </a:p>
          <a:p>
            <a:pPr/>
            <a:r>
              <a:rPr b="1"/>
              <a:t>Visually Impaired: Rely on expensive braille or slow screen readers.</a:t>
            </a:r>
          </a:p>
          <a:p>
            <a:pPr/>
            <a:r>
              <a:rPr b="1"/>
              <a:t>Dyslexia &amp; Low Literacy: Complex text is overwhelming for many learners.</a:t>
            </a:r>
          </a:p>
          <a:p>
            <a:pPr/>
            <a:r>
              <a:rPr b="1"/>
              <a:t>Language Gap: Rural students often have English books but learn better in native tongues.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Swar-Shiksha: The Voice Tutor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Interactive Knowledge: Turns any static PDF into a conversational tutor.</a:t>
            </a:r>
          </a:p>
          <a:p>
            <a:pPr/>
            <a:r>
              <a:rPr b="1"/>
              <a:t>Eyes-Free Learning: Completely hands-free interface for maximum accessibility.</a:t>
            </a:r>
          </a:p>
          <a:p>
            <a:pPr/>
            <a:r>
              <a:rPr b="1"/>
              <a:t>Real-Time Response: Multilingual tutoring in English and Hindi.</a:t>
            </a:r>
          </a:p>
          <a:p>
            <a:pPr/>
            <a:r>
              <a:rPr b="1"/>
              <a:t>Empathetic &amp; Patient: AI designed to encourage and simplify concepts.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Semantic RAG: Qdrant-powered search for precise textbook retrieval.</a:t>
            </a:r>
          </a:p>
          <a:p>
            <a:pPr/>
            <a:r>
              <a:rPr b="1"/>
              <a:t>Vision-to-Voice: OpenAI Vision describes diagrams, graphs, and images via voice.</a:t>
            </a:r>
          </a:p>
          <a:p>
            <a:pPr/>
            <a:r>
              <a:rPr b="1"/>
              <a:t>Interactive Quizzes: Voice-driven assessments to track progress.</a:t>
            </a:r>
          </a:p>
          <a:p>
            <a:pPr/>
            <a:r>
              <a:rPr b="1"/>
              <a:t>Dynamic Ingestion: Web interface to upload and index any PDF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Power Behind Swar-Shiksha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Voice: Vapi (Real-time Voice AI SDK).</a:t>
            </a:r>
          </a:p>
          <a:p>
            <a:pPr/>
            <a:r>
              <a:rPr b="1"/>
              <a:t>Vector DB: Qdrant (Knowledge retrieval &amp; contextual memory).</a:t>
            </a:r>
          </a:p>
          <a:p>
            <a:pPr/>
            <a:r>
              <a:rPr b="1"/>
              <a:t>Brain: OpenAI GPT-4o-mini (Vision + Logic).</a:t>
            </a:r>
          </a:p>
          <a:p>
            <a:pPr/>
            <a:r>
              <a:rPr b="1"/>
              <a:t>Backend: FastAPI (High-performance Python API).</a:t>
            </a:r>
          </a:p>
          <a:p>
            <a:pPr/>
            <a:r>
              <a:rPr b="1"/>
              <a:t>Frontend: React + Tailwind CSS (Accessibility-focused UI).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1. Upload: PDF is uploaded via the dashboard.</a:t>
            </a:r>
          </a:p>
          <a:p>
            <a:pPr/>
            <a:r>
              <a:rPr b="1"/>
              <a:t>2. Process: Text is chunked; Diagrams are described via Vision models.</a:t>
            </a:r>
          </a:p>
          <a:p>
            <a:pPr/>
            <a:r>
              <a:rPr b="1"/>
              <a:t>3. Index: Vectors are stored in Qdrant for semantic search.</a:t>
            </a:r>
          </a:p>
          <a:p>
            <a:pPr/>
            <a:r>
              <a:rPr b="1"/>
              <a:t>4. Speak: Student asks questions; Tutor retrieves context and speaks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Empowerment: Independent learning for the visually impaired.</a:t>
            </a:r>
          </a:p>
          <a:p>
            <a:pPr/>
            <a:r>
              <a:rPr b="1"/>
              <a:t>Inclusion: Bridging the regional language gap with Hindi support.</a:t>
            </a:r>
          </a:p>
          <a:p>
            <a:pPr/>
            <a:r>
              <a:rPr b="1"/>
              <a:t>Accessibility: Minimalistic UI ensures tech is not a barrier to learning.</a:t>
            </a:r>
          </a:p>
          <a:p>
            <a:pPr/>
            <a:r>
              <a:rPr b="1"/>
              <a:t>Scalability: Applicable to healthcare, finance, and public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Path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Edge-AI: Offline support for rural areas with low connectivity.</a:t>
            </a:r>
          </a:p>
          <a:p>
            <a:pPr/>
            <a:r>
              <a:rPr b="1"/>
              <a:t>Vision Glasses: Real-time physical book reading via wearable tech.</a:t>
            </a:r>
          </a:p>
          <a:p>
            <a:pPr/>
            <a:r>
              <a:rPr b="1"/>
              <a:t>Quiz Personalization: Adaptive learning paths based on voice performance.</a:t>
            </a:r>
          </a:p>
          <a:p>
            <a:pPr/>
            <a:r>
              <a:rPr b="1"/>
              <a:t>Multilingual Expansion: Support for more regional Indian languages.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Swar-Shiksha: Learning for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 b="1"/>
              <a:t>Final Thought: Technology is most powerful when it's accessible.</a:t>
            </a:r>
          </a:p>
          <a:p>
            <a:pPr/>
            <a:r>
              <a:rPr b="1"/>
              <a:t>Github: github.com/Naveenkm07/swar-shiksha-ai</a:t>
            </a:r>
          </a:p>
          <a:p>
            <a:pPr/>
            <a:r>
              <a:rPr b="1"/>
              <a:t>Contact: [Your Name / Email]</a:t>
            </a:r>
          </a:p>
          <a:p>
            <a:pPr/>
            <a:r>
              <a:t>Thank you! Ready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
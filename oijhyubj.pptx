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1F3CC-89A6-4254-9A91-A09AAED16F2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85350-F1A7-49B7-82F1-1E2128D32C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</dc:title>
  <dc:creator>NAVEEN KUMAR K M</dc:creator>
  <cp:lastModifiedBy>NAVEEN KUMAR K M</cp:lastModifiedBy>
  <cp:revision>1</cp:revision>
  <dcterms:created xsi:type="dcterms:W3CDTF">2026-04-16T16:05:47Z</dcterms:created>
  <dcterms:modified xsi:type="dcterms:W3CDTF">2026-04-16T16:06:37Z</dcterms:modified>
</cp:coreProperties>
</file>